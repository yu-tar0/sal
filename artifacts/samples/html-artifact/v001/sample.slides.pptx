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89B2B-1EAB-03BA-FDD3-516BBD2F2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B6102D-72A0-5DF3-EC00-468822877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707CF7-0EA7-9FBD-6A2C-116DC28D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19FF65-676E-F26F-5036-30D94E9B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10E2E5-50D4-0AD9-EF21-2F4FE249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54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DD3141-9ECB-E1EA-5D85-A598A468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F6E579-3A5C-0661-65A2-72EDE438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647F9-E9F8-1F9B-4923-1E506276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A90297-48DD-AD22-5A8D-5AECB122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FD2B0D-6146-6E4A-2712-3A0B68DB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05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75009-F86B-C9D3-3F7B-A5B54FBA8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3D8679-73A6-CF53-4B46-FFBAB2DAE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77B486-71C8-6161-FD30-EB1A1C26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9C4D54-E640-502E-2679-748FB236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C71515-C65D-A02F-3DB1-D731F66A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92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792E2-3499-DDF6-27B3-A848E749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02880E-ACB8-5A75-77FD-F38647100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723339-AE06-9D5A-B5BE-0B8564EA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AD1795-A1F9-B68A-E7DC-9E16D1D5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4A3E37-09D5-F1CA-9F2A-66CDCA1C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3D1908-04A3-D446-7D90-A4AC8D3D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19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08AE62-B931-82A4-04A8-F9657E70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ED99F9-2224-BC87-AA1A-E03FCAF9C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379765-3361-F947-A080-30DE7A6EA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22FFFC3-09A5-2BB7-2568-D05EAB2C0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99A073-849C-F281-EE15-F8E7FC34B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466F59-8C70-0AD8-BE44-76376A834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81AE7B6-A063-D9EC-8545-E8410F1D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2E7F00-45FF-7062-9F18-B5DC1D39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84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C1A77-8896-92CE-77D6-602FA6CE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D0C087-3150-11C1-599C-EDC3957F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307540-2995-F443-FF7C-8EE373DC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7566B94-3289-9FBA-52A6-226D1B30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93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E057CA-305B-8305-DE72-27E87F53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B8AF97-639B-9A86-6D42-561780B5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C33698-A124-9BFA-DB48-856E874F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74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49F0-30DA-E7C3-3C9F-2E4AD2C0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CF4B33-4ACB-BAD4-C60C-82509FF47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DF662E-B30B-F017-7D93-228A43AA9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B2557E-3051-676E-72CF-49FEA3EC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71C0AD-F004-1EAD-D78C-99C7DF562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223534-9E79-9EAB-C80A-EC9A60C3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21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AF273-83CE-C4AE-939A-264E1944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CF1209-5028-1B82-971C-CFFBCF8C7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14A260-7ACF-C199-F023-439121547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C7C066-0DBC-9960-E88F-3E33724F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866B04-F139-0246-45DB-478601B6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C72AFE-DF6E-CB06-267E-8C3EC4C2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78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1D5E48-0E5F-26FE-5E34-E0458CE2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C8EA8F-4178-D231-48A8-A98800584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53D3A2-296E-7D1C-2F3C-6CF8BE30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6DBBE3-9E61-BD81-B144-D7CE7F8C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7B15A-07F5-94E6-C155-FC60781D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71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E8D743-EDE4-461E-5EE2-3A8C94D58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83F21C-7F59-09EE-83C4-D285A5261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D87EE8-CA4C-2C9E-C866-4C69C1DA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440C10-07FA-43C8-7A1D-430356CA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5CFBC4-A475-409D-9DC1-98A5FC5E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06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898ADEB-8254-427B-0D99-AC09A8C7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049891-C3EC-441B-BD1F-FF7BA4461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4C898-659E-6A71-5C6A-FBE20FEEB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1B078-1F24-4FC7-843B-B3D25D5FBAFC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743238-43FA-A6AA-E219-21EC82835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7325C9-48D5-17B9-0355-820CDA8C2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A084D-2119-4259-A088-66D509131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36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4DBE128-60B2-C07B-5F1F-7727189BD9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F370A36-FF00-7330-524A-E52EB7DDC9A7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F9AC6B-7FBA-AE3D-1820-16BA71B35F2C}"/>
              </a:ext>
            </a:extLst>
          </p:cNvPr>
          <p:cNvSpPr txBox="1"/>
          <p:nvPr/>
        </p:nvSpPr>
        <p:spPr>
          <a:xfrm>
            <a:off x="698500" y="609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0F766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LLM Wiki Artifact</a:t>
            </a:r>
            <a:endParaRPr kumimoji="1" lang="ja-JP" altLang="en-US" sz="1100" b="1">
              <a:solidFill>
                <a:srgbClr val="0F766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3D8478-9EAB-A01A-51E4-9C00D0BFC45A}"/>
              </a:ext>
            </a:extLst>
          </p:cNvPr>
          <p:cNvSpPr txBox="1"/>
          <p:nvPr/>
        </p:nvSpPr>
        <p:spPr>
          <a:xfrm>
            <a:off x="698500" y="952500"/>
            <a:ext cx="876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9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 Artifact </a:t>
            </a:r>
            <a:r>
              <a:rPr kumimoji="1" lang="ja-JP" altLang="en-US" sz="29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新標準サンプル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3E25D4-D6C1-EEA5-B5E6-AE347485728F}"/>
              </a:ext>
            </a:extLst>
          </p:cNvPr>
          <p:cNvSpPr txBox="1"/>
          <p:nvPr/>
        </p:nvSpPr>
        <p:spPr>
          <a:xfrm>
            <a:off x="698500" y="1701800"/>
            <a:ext cx="876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Markdown </a:t>
            </a:r>
            <a:r>
              <a:rPr kumimoji="1" lang="ja-JP" altLang="en-US" sz="14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正本から </a:t>
            </a:r>
            <a:r>
              <a:rPr kumimoji="1" lang="en-US" altLang="ja-JP" sz="14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Web / A4 / Slides </a:t>
            </a:r>
            <a:r>
              <a:rPr kumimoji="1" lang="ja-JP" altLang="en-US" sz="14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の用途別 </a:t>
            </a:r>
            <a:r>
              <a:rPr kumimoji="1" lang="en-US" altLang="ja-JP" sz="14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 </a:t>
            </a:r>
            <a:r>
              <a:rPr kumimoji="1" lang="ja-JP" altLang="en-US" sz="14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を生成する。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97E28D-AF67-91C0-DF62-9B02B9CC991C}"/>
              </a:ext>
            </a:extLst>
          </p:cNvPr>
          <p:cNvSpPr txBox="1"/>
          <p:nvPr/>
        </p:nvSpPr>
        <p:spPr>
          <a:xfrm>
            <a:off x="698500" y="62738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>
                <a:solidFill>
                  <a:srgbClr val="74829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2026-05-24 | Source: sample.md</a:t>
            </a:r>
            <a:endParaRPr kumimoji="1" lang="ja-JP" altLang="en-US" sz="1000">
              <a:solidFill>
                <a:srgbClr val="74829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1397421-E042-5B17-7153-33AE3D7455EA}"/>
              </a:ext>
            </a:extLst>
          </p:cNvPr>
          <p:cNvSpPr txBox="1"/>
          <p:nvPr/>
        </p:nvSpPr>
        <p:spPr>
          <a:xfrm>
            <a:off x="11557000" y="6413500"/>
            <a:ext cx="25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>
                <a:solidFill>
                  <a:srgbClr val="8391A2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000">
              <a:solidFill>
                <a:srgbClr val="8391A2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750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5790411-74ED-FDF1-4701-6BAF35017F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8169BBA-154B-0EFF-F458-B8FE6AB0D3E0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B63328-83C7-8518-0B23-DD5FA75B6666}"/>
              </a:ext>
            </a:extLst>
          </p:cNvPr>
          <p:cNvSpPr txBox="1"/>
          <p:nvPr/>
        </p:nvSpPr>
        <p:spPr>
          <a:xfrm>
            <a:off x="698500" y="6096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0F766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TL;DR</a:t>
            </a:r>
            <a:endParaRPr kumimoji="1" lang="ja-JP" altLang="en-US" sz="1100" b="1">
              <a:solidFill>
                <a:srgbClr val="0F766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C97F02-CFE5-D05D-93D3-32943874907C}"/>
              </a:ext>
            </a:extLst>
          </p:cNvPr>
          <p:cNvSpPr txBox="1"/>
          <p:nvPr/>
        </p:nvSpPr>
        <p:spPr>
          <a:xfrm>
            <a:off x="698500" y="952500"/>
            <a:ext cx="876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内容は </a:t>
            </a:r>
            <a:r>
              <a:rPr kumimoji="1" lang="en-US" altLang="ja-JP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Markdown</a:t>
            </a:r>
            <a:r>
              <a:rPr kumimoji="1" lang="ja-JP" altLang="en-US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、見せ方は用途別</a:t>
            </a:r>
            <a:r>
              <a:rPr kumimoji="1" lang="en-US" altLang="ja-JP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</a:t>
            </a:r>
            <a:endParaRPr kumimoji="1" lang="ja-JP" altLang="en-US" sz="2300" b="1">
              <a:solidFill>
                <a:srgbClr val="15203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0F645E-79E9-A459-7480-68C8BA285008}"/>
              </a:ext>
            </a:extLst>
          </p:cNvPr>
          <p:cNvSpPr txBox="1"/>
          <p:nvPr/>
        </p:nvSpPr>
        <p:spPr>
          <a:xfrm>
            <a:off x="863600" y="1828800"/>
            <a:ext cx="9017000" cy="11798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内容修正は 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Markdown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正本に集約する。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Web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は連続ページとして読む。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A4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と 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Slides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は出力用途に合わせて別々に調整する。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F3F81B-23A3-92C8-73F9-AD0970B44BC9}"/>
              </a:ext>
            </a:extLst>
          </p:cNvPr>
          <p:cNvSpPr txBox="1"/>
          <p:nvPr/>
        </p:nvSpPr>
        <p:spPr>
          <a:xfrm>
            <a:off x="11557000" y="6413500"/>
            <a:ext cx="25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>
                <a:solidFill>
                  <a:srgbClr val="8391A2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000">
              <a:solidFill>
                <a:srgbClr val="8391A2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962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2A60E7C-B0F4-0C54-F965-2D61292053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29BA4E-5836-FF54-C399-C9F923801642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A17657-24BA-82C6-EE6F-BB25A6D5A1DB}"/>
              </a:ext>
            </a:extLst>
          </p:cNvPr>
          <p:cNvSpPr txBox="1"/>
          <p:nvPr/>
        </p:nvSpPr>
        <p:spPr>
          <a:xfrm>
            <a:off x="698500" y="6096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0F766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Outputs</a:t>
            </a:r>
            <a:endParaRPr kumimoji="1" lang="ja-JP" altLang="en-US" sz="1100" b="1">
              <a:solidFill>
                <a:srgbClr val="0F766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A1FC7E-A5F8-A882-497C-3D15027AFC4C}"/>
              </a:ext>
            </a:extLst>
          </p:cNvPr>
          <p:cNvSpPr txBox="1"/>
          <p:nvPr/>
        </p:nvSpPr>
        <p:spPr>
          <a:xfrm>
            <a:off x="698500" y="952500"/>
            <a:ext cx="876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種類の</a:t>
            </a:r>
            <a:r>
              <a:rPr kumimoji="1" lang="en-US" altLang="ja-JP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</a:t>
            </a:r>
            <a:r>
              <a:rPr kumimoji="1" lang="ja-JP" altLang="en-US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を分ける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8450493-45BD-D611-1CD4-925D3D336AFF}"/>
              </a:ext>
            </a:extLst>
          </p:cNvPr>
          <p:cNvSpPr/>
          <p:nvPr/>
        </p:nvSpPr>
        <p:spPr>
          <a:xfrm>
            <a:off x="698500" y="1879600"/>
            <a:ext cx="3238500" cy="199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BA0822-712E-61C6-414F-CDD9EEEDE384}"/>
              </a:ext>
            </a:extLst>
          </p:cNvPr>
          <p:cNvSpPr/>
          <p:nvPr/>
        </p:nvSpPr>
        <p:spPr>
          <a:xfrm>
            <a:off x="698500" y="1879600"/>
            <a:ext cx="32385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A10128-CE3D-E74A-0830-3E4B1DD672F8}"/>
              </a:ext>
            </a:extLst>
          </p:cNvPr>
          <p:cNvSpPr txBox="1"/>
          <p:nvPr/>
        </p:nvSpPr>
        <p:spPr>
          <a:xfrm>
            <a:off x="965200" y="21590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web.html</a:t>
            </a:r>
            <a:endParaRPr kumimoji="1" lang="ja-JP" altLang="en-US" sz="1600" b="1">
              <a:solidFill>
                <a:srgbClr val="15203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3193F2-E26E-FC2D-F14B-53E1DEFBEBB6}"/>
              </a:ext>
            </a:extLst>
          </p:cNvPr>
          <p:cNvSpPr txBox="1"/>
          <p:nvPr/>
        </p:nvSpPr>
        <p:spPr>
          <a:xfrm>
            <a:off x="965200" y="2628900"/>
            <a:ext cx="2730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ブラウザ閲覧用。切れ目のないページとして表示する。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192589B-F7DA-89EF-3988-6596554A91AE}"/>
              </a:ext>
            </a:extLst>
          </p:cNvPr>
          <p:cNvSpPr/>
          <p:nvPr/>
        </p:nvSpPr>
        <p:spPr>
          <a:xfrm>
            <a:off x="4495800" y="1879600"/>
            <a:ext cx="3238500" cy="199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C6DC51C-AC12-E66B-02A6-0CE98C6EF83D}"/>
              </a:ext>
            </a:extLst>
          </p:cNvPr>
          <p:cNvSpPr/>
          <p:nvPr/>
        </p:nvSpPr>
        <p:spPr>
          <a:xfrm>
            <a:off x="4495800" y="1879600"/>
            <a:ext cx="32385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CD36A1F-6A32-DFB3-A579-60D31ACDE2F0}"/>
              </a:ext>
            </a:extLst>
          </p:cNvPr>
          <p:cNvSpPr txBox="1"/>
          <p:nvPr/>
        </p:nvSpPr>
        <p:spPr>
          <a:xfrm>
            <a:off x="4762500" y="21590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a4.html</a:t>
            </a:r>
            <a:endParaRPr kumimoji="1" lang="ja-JP" altLang="en-US" sz="1600" b="1">
              <a:solidFill>
                <a:srgbClr val="15203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6D9FB4-1F7C-2A59-CD3A-FC53646BC4A4}"/>
              </a:ext>
            </a:extLst>
          </p:cNvPr>
          <p:cNvSpPr txBox="1"/>
          <p:nvPr/>
        </p:nvSpPr>
        <p:spPr>
          <a:xfrm>
            <a:off x="4762500" y="2628900"/>
            <a:ext cx="2730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A4</a:t>
            </a:r>
            <a:r>
              <a:rPr kumimoji="1" lang="ja-JP" altLang="en-US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印刷</a:t>
            </a:r>
            <a:r>
              <a:rPr kumimoji="1" lang="en-US" altLang="ja-JP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/PDF</a:t>
            </a:r>
            <a:r>
              <a:rPr kumimoji="1" lang="ja-JP" altLang="en-US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用。用紙単位の区切りを持たせる。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6D2F702-CACC-540B-E1A9-A859A470D800}"/>
              </a:ext>
            </a:extLst>
          </p:cNvPr>
          <p:cNvSpPr/>
          <p:nvPr/>
        </p:nvSpPr>
        <p:spPr>
          <a:xfrm>
            <a:off x="8280400" y="1879600"/>
            <a:ext cx="3238500" cy="199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F8A750D-8917-0B9C-2B9E-7CD701C5EBFD}"/>
              </a:ext>
            </a:extLst>
          </p:cNvPr>
          <p:cNvSpPr/>
          <p:nvPr/>
        </p:nvSpPr>
        <p:spPr>
          <a:xfrm>
            <a:off x="8280400" y="1879600"/>
            <a:ext cx="32385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59A5F9B-49E8-EEF2-768A-9731241EC79C}"/>
              </a:ext>
            </a:extLst>
          </p:cNvPr>
          <p:cNvSpPr txBox="1"/>
          <p:nvPr/>
        </p:nvSpPr>
        <p:spPr>
          <a:xfrm>
            <a:off x="8547100" y="21590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slides.html</a:t>
            </a:r>
            <a:endParaRPr kumimoji="1" lang="ja-JP" altLang="en-US" sz="1600" b="1">
              <a:solidFill>
                <a:srgbClr val="15203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1B96B16-03AE-C331-B738-CBB857EA7A7E}"/>
              </a:ext>
            </a:extLst>
          </p:cNvPr>
          <p:cNvSpPr txBox="1"/>
          <p:nvPr/>
        </p:nvSpPr>
        <p:spPr>
          <a:xfrm>
            <a:off x="8547100" y="2628900"/>
            <a:ext cx="2730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16:9</a:t>
            </a:r>
            <a:r>
              <a:rPr kumimoji="1" lang="ja-JP" altLang="en-US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資料用。</a:t>
            </a:r>
            <a:r>
              <a:rPr kumimoji="1" lang="en-US" altLang="ja-JP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スライド</a:t>
            </a:r>
            <a:r>
              <a:rPr kumimoji="1" lang="en-US" altLang="ja-JP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15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メッセージへ再構成する。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3276F22-1816-32CB-8DAE-F88BD4AA52AB}"/>
              </a:ext>
            </a:extLst>
          </p:cNvPr>
          <p:cNvSpPr txBox="1"/>
          <p:nvPr/>
        </p:nvSpPr>
        <p:spPr>
          <a:xfrm>
            <a:off x="11557000" y="6413500"/>
            <a:ext cx="25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>
                <a:solidFill>
                  <a:srgbClr val="8391A2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000">
              <a:solidFill>
                <a:srgbClr val="8391A2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881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D8102E-19B0-3842-D310-506E12A3CC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A01931D-B6B3-8AD4-4A40-766BC4AFA1CA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A46913-EA10-9440-665B-6F4EA6FFB296}"/>
              </a:ext>
            </a:extLst>
          </p:cNvPr>
          <p:cNvSpPr txBox="1"/>
          <p:nvPr/>
        </p:nvSpPr>
        <p:spPr>
          <a:xfrm>
            <a:off x="698500" y="6096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0F766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Workflow</a:t>
            </a:r>
            <a:endParaRPr kumimoji="1" lang="ja-JP" altLang="en-US" sz="1100" b="1">
              <a:solidFill>
                <a:srgbClr val="0F766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764C31-85F3-39EE-8886-BFA31D0CBCD6}"/>
              </a:ext>
            </a:extLst>
          </p:cNvPr>
          <p:cNvSpPr txBox="1"/>
          <p:nvPr/>
        </p:nvSpPr>
        <p:spPr>
          <a:xfrm>
            <a:off x="698500" y="952500"/>
            <a:ext cx="876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修正対象を分ける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B8C417-5961-F15A-ED68-E1776DA88AF2}"/>
              </a:ext>
            </a:extLst>
          </p:cNvPr>
          <p:cNvSpPr txBox="1"/>
          <p:nvPr/>
        </p:nvSpPr>
        <p:spPr>
          <a:xfrm>
            <a:off x="863600" y="1828800"/>
            <a:ext cx="9588500" cy="11798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本文や構成の修正は *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.md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に入れる。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A4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の余白や改ページは *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.a4.html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を調整する。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スライドの文字量やページ分割は *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.slides.html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を調整する。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6B0B0BC-2376-335D-177C-D6301A4C1C7C}"/>
              </a:ext>
            </a:extLst>
          </p:cNvPr>
          <p:cNvSpPr/>
          <p:nvPr/>
        </p:nvSpPr>
        <p:spPr>
          <a:xfrm>
            <a:off x="698500" y="4089400"/>
            <a:ext cx="10160000" cy="584200"/>
          </a:xfrm>
          <a:prstGeom prst="rect">
            <a:avLst/>
          </a:prstGeom>
          <a:solidFill>
            <a:srgbClr val="FFF7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9023278-4162-01DD-00C5-9C38FB02F8C3}"/>
              </a:ext>
            </a:extLst>
          </p:cNvPr>
          <p:cNvSpPr/>
          <p:nvPr/>
        </p:nvSpPr>
        <p:spPr>
          <a:xfrm>
            <a:off x="698500" y="4089400"/>
            <a:ext cx="88900" cy="584200"/>
          </a:xfrm>
          <a:prstGeom prst="rect">
            <a:avLst/>
          </a:prstGeom>
          <a:solidFill>
            <a:srgbClr val="C58A0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A873BD-60AE-3338-EAFD-1C961BE17619}"/>
              </a:ext>
            </a:extLst>
          </p:cNvPr>
          <p:cNvSpPr txBox="1"/>
          <p:nvPr/>
        </p:nvSpPr>
        <p:spPr>
          <a:xfrm>
            <a:off x="990600" y="42799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</a:t>
            </a:r>
            <a:r>
              <a:rPr kumimoji="1" lang="ja-JP" altLang="en-US" sz="1500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は表示物。正本は</a:t>
            </a:r>
            <a:r>
              <a:rPr kumimoji="1" lang="en-US" altLang="ja-JP" sz="1500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Markdown</a:t>
            </a:r>
            <a:r>
              <a:rPr kumimoji="1" lang="ja-JP" altLang="en-US" sz="1500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5911C7D-9BCF-99A9-375C-5DD00F080EE9}"/>
              </a:ext>
            </a:extLst>
          </p:cNvPr>
          <p:cNvSpPr txBox="1"/>
          <p:nvPr/>
        </p:nvSpPr>
        <p:spPr>
          <a:xfrm>
            <a:off x="11557000" y="6413500"/>
            <a:ext cx="25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>
                <a:solidFill>
                  <a:srgbClr val="8391A2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000">
              <a:solidFill>
                <a:srgbClr val="8391A2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154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210608-2649-F889-91F8-C0E55C6364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194641A-CAC1-B3D9-68BF-B7BF6E37DB5D}"/>
              </a:ext>
            </a:extLst>
          </p:cNvPr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FE5785-DDBE-1098-8E01-B3DBAEF814EE}"/>
              </a:ext>
            </a:extLst>
          </p:cNvPr>
          <p:cNvSpPr txBox="1"/>
          <p:nvPr/>
        </p:nvSpPr>
        <p:spPr>
          <a:xfrm>
            <a:off x="698500" y="6096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0F766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Quality</a:t>
            </a:r>
            <a:endParaRPr kumimoji="1" lang="ja-JP" altLang="en-US" sz="1100" b="1">
              <a:solidFill>
                <a:srgbClr val="0F766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EFA1AB-D698-43B0-DC6F-868334E6D212}"/>
              </a:ext>
            </a:extLst>
          </p:cNvPr>
          <p:cNvSpPr txBox="1"/>
          <p:nvPr/>
        </p:nvSpPr>
        <p:spPr>
          <a:xfrm>
            <a:off x="698500" y="952500"/>
            <a:ext cx="876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5203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新サンプルで確認すること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2613F1-443F-FA9D-31E1-10ECC4C11328}"/>
              </a:ext>
            </a:extLst>
          </p:cNvPr>
          <p:cNvSpPr txBox="1"/>
          <p:nvPr/>
        </p:nvSpPr>
        <p:spPr>
          <a:xfrm>
            <a:off x="863600" y="1828800"/>
            <a:ext cx="95885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MD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正本と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種類の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が同じ </a:t>
            </a: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basename 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で並ぶ。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Web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版から他形式へ移動できる。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A4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版は印刷ページとして扱える。</a:t>
            </a:r>
          </a:p>
          <a:p>
            <a:pPr>
              <a:spcAft>
                <a:spcPts val="1000"/>
              </a:spcAft>
            </a:pPr>
            <a:r>
              <a:rPr kumimoji="1" lang="en-US" altLang="ja-JP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Slides</a:t>
            </a:r>
            <a:r>
              <a:rPr kumimoji="1" lang="ja-JP" altLang="en-US" sz="2000">
                <a:solidFill>
                  <a:srgbClr val="52607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版は長文ではなく要点として読める。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9E6C99C-687D-3673-3F97-78931505B5BE}"/>
              </a:ext>
            </a:extLst>
          </p:cNvPr>
          <p:cNvSpPr txBox="1"/>
          <p:nvPr/>
        </p:nvSpPr>
        <p:spPr>
          <a:xfrm>
            <a:off x="11557000" y="6413500"/>
            <a:ext cx="25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>
                <a:solidFill>
                  <a:srgbClr val="8391A2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000">
              <a:solidFill>
                <a:srgbClr val="8391A2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24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Office PowerPoint</Application>
  <PresentationFormat>ユーザー設定</PresentationFormat>
  <Paragraphs>34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Yutaro Yoda</dc:creator>
  <cp:lastModifiedBy>Yutaro Yoda</cp:lastModifiedBy>
  <cp:revision>1</cp:revision>
  <dcterms:created xsi:type="dcterms:W3CDTF">2026-06-18T15:30:15Z</dcterms:created>
  <dcterms:modified xsi:type="dcterms:W3CDTF">2026-06-18T15:30:15Z</dcterms:modified>
</cp:coreProperties>
</file>