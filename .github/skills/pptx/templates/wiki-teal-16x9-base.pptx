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5ED1EC-9D15-CC85-066D-E126D2AAB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B3E544-B2CE-73C9-BC01-2BBDE5C06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D3497F-12F2-DD7C-3A72-43A6E091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B82A87-9F99-08C4-22A2-7B6D873D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F1C75D-3D3F-DD37-39E3-0FF4C990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061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58677B-78C2-0186-5BE6-4F6BF6CB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03A7ED-B28D-3399-9E45-F7827E268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1903F3-9D9B-8054-1C97-236556B9C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75507E-B54D-2D4F-2CD7-466B2B8A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230D6B-DF72-21F5-1C98-177AECCC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130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0DB00B-3418-78BB-8C08-9FC38EF7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BF547B-1E37-A743-B0A2-A4E69BCCA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6A2B0F-B03A-5D39-F754-48B9C555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C1046E-E19B-D610-90CC-0D7416FE1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F098E2-3665-86D5-6DD0-1DC5753E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41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1EE0C2-E1E6-22FC-CF7B-C8A8A2094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F90F43-C22B-AC45-D773-8827232BA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8A28BE-4D29-9866-AC91-7058A4323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0762AB-37C7-CC11-3B96-5362C467E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1DECA5-8C13-3B19-B1BF-56AFE507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83BCDB-ED28-38A6-C0CB-00B8CC0D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345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A66ECC-FDAB-BAA3-20DC-98083CF99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D75FE2-674A-AA19-A9C9-02ED8CDA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FC79D0-B5E8-855B-F5DA-FC1B082EF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AE5E6E9-C9B8-9BF4-73AD-FD18AD5AD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D9E52CF-ED5E-71DC-C4A0-4FCD0C91F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53C0C0-E448-2F3E-76EF-706EB000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43521D-FF52-4A84-AD43-347999A2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648C11-373D-7ADF-7F48-0F017DB5F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689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16CBF3-6C58-EADE-BADB-4B9F5FC3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FF4CA74-7AF9-5248-86D6-296DC3427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D3041C-F73E-1CC7-9999-73F6849F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B052345-0362-CFBD-2A5D-B8747E97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706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D4C891-0EEF-C8FD-4656-D69CF1C7A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56778E-8434-5952-A679-526D994C4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0E2206-28EA-0FEA-4494-3E7B653B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68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A5063F-F95E-8A8B-FEE6-18759C4A5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2CBE0A-8DCE-F51A-FCAF-F686D4E8B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D61D47-1B75-5C6D-D8CD-78D4ED546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FA9DFC-B539-4E17-D31C-2B61009A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80CE2B-0595-C68F-77F0-34087B916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E74083-8C4A-5E68-2840-B53D99CE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789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8B64BE-B48F-30AB-7BCE-1A0232C4D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6F99DC0-B80A-F8C0-33CB-FDA05C087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8BA650-493E-1F39-7878-BEF598CE5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C4EB79-91CB-5052-2F79-93107C378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3605D1-2C09-2D71-E653-C0D4DCA3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A7ADC1-DDD9-2980-E275-116342BC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235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A8E1AF-7D3A-AC05-BCD0-2FF6BC00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171EE6-9A0B-4FC6-73FC-09A36DE89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501163-B228-926E-BBAB-70EE90B4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B13F0A-959D-97DD-B610-087C8CF6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E7D42C-5E56-97AA-2CB0-1CB26472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171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0A95F6A-1691-F334-D8B3-E0D0A85D5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8A92E8-5A1B-9803-AD46-0CC8B8377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525160-F86E-ECFF-5EEE-574136742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CEB249-DBB7-CE11-54E7-2E2B637C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D16650-15FA-A165-7D3A-734902D0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596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702D0CC-A171-C4CB-23FA-C6C13DE74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A35288-858A-33A1-B5F3-F9F942382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9B7582-C45E-1DA1-A93D-0E00768D1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9FA0D-933E-44D5-A82E-B3979DC1B894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DABBFA-81EA-9B2F-0593-A035FB2AC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DD848A-B112-2E2C-A874-459E7932A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8C249-C2B3-4029-90EB-39742D8AD8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07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4E6AAC2-1EE7-3959-B6AC-D93370E577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2597CEB-9931-B746-55AE-172925CA77B5}"/>
              </a:ext>
            </a:extLst>
          </p:cNvPr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AC08E9-BFDC-AF5C-4CFC-2498701E9A55}"/>
              </a:ext>
            </a:extLst>
          </p:cNvPr>
          <p:cNvSpPr txBox="1"/>
          <p:nvPr/>
        </p:nvSpPr>
        <p:spPr>
          <a:xfrm>
            <a:off x="660400" y="431800"/>
            <a:ext cx="38100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kumimoji="1" lang="en-US" altLang="ja-JP" sz="1200" b="1">
                <a:solidFill>
                  <a:srgbClr val="0F766E"/>
                </a:solidFill>
                <a:latin typeface="Yu Gothic" panose="020B0400000000000000" pitchFamily="50" charset="-128"/>
              </a:rPr>
              <a:t>Wiki Teal 16:9 Base</a:t>
            </a:r>
            <a:endParaRPr kumimoji="1" lang="ja-JP" altLang="en-US" sz="1200" b="1">
              <a:solidFill>
                <a:srgbClr val="0F766E"/>
              </a:solidFill>
              <a:latin typeface="Yu Gothic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1E87DFE-DF70-7E81-4546-0BD61222CB38}"/>
              </a:ext>
            </a:extLst>
          </p:cNvPr>
          <p:cNvSpPr txBox="1"/>
          <p:nvPr/>
        </p:nvSpPr>
        <p:spPr>
          <a:xfrm>
            <a:off x="660400" y="914400"/>
            <a:ext cx="8890000" cy="57451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kumimoji="1" lang="en-US" altLang="ja-JP" sz="3400" b="1">
                <a:solidFill>
                  <a:srgbClr val="172033"/>
                </a:solidFill>
                <a:latin typeface="Yu Gothic" panose="020B0400000000000000" pitchFamily="50" charset="-128"/>
              </a:rPr>
              <a:t>Title</a:t>
            </a:r>
            <a:endParaRPr kumimoji="1" lang="ja-JP" altLang="en-US" sz="3400" b="1">
              <a:solidFill>
                <a:srgbClr val="172033"/>
              </a:solidFill>
              <a:latin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D0427C7-96F8-009A-295B-A67DEFF67D7F}"/>
              </a:ext>
            </a:extLst>
          </p:cNvPr>
          <p:cNvSpPr txBox="1"/>
          <p:nvPr/>
        </p:nvSpPr>
        <p:spPr>
          <a:xfrm>
            <a:off x="660400" y="1676400"/>
            <a:ext cx="8890000" cy="32829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kumimoji="1" lang="en-US" altLang="ja-JP">
                <a:solidFill>
                  <a:srgbClr val="5F6B7A"/>
                </a:solidFill>
                <a:latin typeface="Yu Gothic" panose="020B0400000000000000" pitchFamily="50" charset="-128"/>
              </a:rPr>
              <a:t>Subtitle or lead text</a:t>
            </a:r>
            <a:endParaRPr kumimoji="1" lang="ja-JP" altLang="en-US">
              <a:solidFill>
                <a:srgbClr val="5F6B7A"/>
              </a:solidFill>
              <a:latin typeface="Yu Gothic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7F5477-3088-0256-0B7E-BCCF30491BA6}"/>
              </a:ext>
            </a:extLst>
          </p:cNvPr>
          <p:cNvSpPr/>
          <p:nvPr/>
        </p:nvSpPr>
        <p:spPr>
          <a:xfrm>
            <a:off x="660400" y="2667000"/>
            <a:ext cx="10871200" cy="12700"/>
          </a:xfrm>
          <a:prstGeom prst="rect">
            <a:avLst/>
          </a:prstGeom>
          <a:solidFill>
            <a:srgbClr val="D9E1EA"/>
          </a:solidFill>
          <a:ln w="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C285988-E0E7-0768-AC9D-43CEBDD45877}"/>
              </a:ext>
            </a:extLst>
          </p:cNvPr>
          <p:cNvSpPr txBox="1"/>
          <p:nvPr/>
        </p:nvSpPr>
        <p:spPr>
          <a:xfrm>
            <a:off x="660400" y="3022600"/>
            <a:ext cx="8890000" cy="26674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kumimoji="1" lang="en-US" altLang="ja-JP" sz="1400">
                <a:solidFill>
                  <a:srgbClr val="5F6B7A"/>
                </a:solidFill>
                <a:latin typeface="Yu Gothic" panose="020B0400000000000000" pitchFamily="50" charset="-128"/>
              </a:rPr>
              <a:t>Use this PowerPoint-saved deck as a base package for native editable PPTX generation.</a:t>
            </a:r>
            <a:endParaRPr kumimoji="1" lang="ja-JP" altLang="en-US" sz="1400">
              <a:solidFill>
                <a:srgbClr val="5F6B7A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36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ユーザー設定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Yutaro Yoda</dc:creator>
  <cp:lastModifiedBy>Yutaro Yoda</cp:lastModifiedBy>
  <cp:revision>1</cp:revision>
  <dcterms:created xsi:type="dcterms:W3CDTF">2026-06-22T02:45:43Z</dcterms:created>
  <dcterms:modified xsi:type="dcterms:W3CDTF">2026-06-22T02:45:43Z</dcterms:modified>
</cp:coreProperties>
</file>